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635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141732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</a:rPr>
              <a:t>HACKATHON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ManageAI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Memory Chat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502920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 — The Innovators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57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AI-Powered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36576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3657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Persistent 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6576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657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RAG Pipeline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36576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657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Full-Stack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7433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github.com/ros4n/ManageAI  ·  JS 73.5% · Python 23.5%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1168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 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Suffer from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Amnesia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51760" cy="2606040"/>
          </a:xfrm>
          <a:prstGeom prst="rect">
            <a:avLst/>
          </a:prstGeom>
          <a:solidFill>
            <a:srgbClr val="1C0A0A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Memory Reset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</a:rPr>
              <a:t>Every time you close a tab or start a new session, the AI completely forgets all previous conversations, context, and knowledge you've built.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651760" cy="2606040"/>
          </a:xfrm>
          <a:prstGeom prst="rect">
            <a:avLst/>
          </a:prstGeom>
          <a:solidFill>
            <a:srgbClr val="1C0A0A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7452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No Knowledge 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944368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</a:rPr>
              <a:t>There's no way to search across past AI conversations. If you asked something last week, you have to ask it all over again from scratch.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874520"/>
            <a:ext cx="2651760" cy="2606040"/>
          </a:xfrm>
          <a:prstGeom prst="rect">
            <a:avLst/>
          </a:prstGeom>
          <a:solidFill>
            <a:srgbClr val="1C0A0A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87452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Zero Learning Continuity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944368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</a:rPr>
              <a:t>Students and knowledge workers can't build on prior AI interactions. Every session starts from zero — wasting time and breaking focus.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D162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</a:rPr>
              <a:t>💡  Result: Users waste time re-explaining context, re-asking questions, and lose continuity in their AI-assisted learning workflow.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ManageAI — Persistent Memory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 Conversations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7490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Before ManageAI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37490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With ManageAI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2651760"/>
            <a:ext cx="731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C4B4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3749040" cy="457200"/>
          </a:xfrm>
          <a:prstGeom prst="rect">
            <a:avLst/>
          </a:prstGeom>
          <a:solidFill>
            <a:srgbClr val="1C0A0A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AI forgets after every session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240280"/>
            <a:ext cx="3749040" cy="457200"/>
          </a:xfrm>
          <a:prstGeom prst="rect">
            <a:avLst/>
          </a:prstGeom>
          <a:solidFill>
            <a:srgbClr val="0A1C0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Every Q&amp;A auto-saved to persistent memory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3749040" cy="457200"/>
          </a:xfrm>
          <a:prstGeom prst="rect">
            <a:avLst/>
          </a:prstGeom>
          <a:solidFill>
            <a:srgbClr val="1C0A0A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No way to search past answers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2788920"/>
            <a:ext cx="3749040" cy="457200"/>
          </a:xfrm>
          <a:prstGeom prst="rect">
            <a:avLst/>
          </a:prstGeom>
          <a:solidFill>
            <a:srgbClr val="0A1C0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Semantic vector search across all conversations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3749040" cy="457200"/>
          </a:xfrm>
          <a:prstGeom prst="rect">
            <a:avLst/>
          </a:prstGeom>
          <a:solidFill>
            <a:srgbClr val="1C0A0A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Context lost between sessions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3337560"/>
            <a:ext cx="3749040" cy="457200"/>
          </a:xfrm>
          <a:prstGeom prst="rect">
            <a:avLst/>
          </a:prstGeom>
          <a:solidFill>
            <a:srgbClr val="0A1C0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RAG injects past memories into every new query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886200"/>
            <a:ext cx="3749040" cy="457200"/>
          </a:xfrm>
          <a:prstGeom prst="rect">
            <a:avLst/>
          </a:prstGeom>
          <a:solidFill>
            <a:srgbClr val="1C0A0A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Re-explain context each 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0" y="3886200"/>
            <a:ext cx="3749040" cy="457200"/>
          </a:xfrm>
          <a:prstGeom prst="rect">
            <a:avLst/>
          </a:prstGeom>
          <a:solidFill>
            <a:srgbClr val="0A1C0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AI grows smarter with every interaction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7E8F9"/>
                </a:solidFill>
              </a:rPr>
              <a:t>ManageAI turns every AI conversation into a persistent, searchable, and self-improving knowledge base.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4B4"/>
                </a:solidFill>
              </a:rPr>
              <a:t>CORE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ManageAI Can 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109728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🧠  Persistent Memory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69164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Every Q&amp;A saved to PostgreSQL with vector embeddings — nothing is ever lost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54864" cy="109728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🔍  Semantic 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69164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Cosine vector similarity search across all past conversations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34440"/>
            <a:ext cx="54864" cy="109728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🤖  RAG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4768" y="169164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Past memories auto-injected as context before each AI response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26517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68880"/>
            <a:ext cx="54864" cy="109728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🔀  Multi-Model Support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292608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Switch between Llama 70B, Llama 8B, Mixtral 8x7B, and Gemma 2 9B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468880"/>
            <a:ext cx="26517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468880"/>
            <a:ext cx="54864" cy="109728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🃏  Auto Flashcards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292608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Converts saved memories into study flashcards automatically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468880"/>
            <a:ext cx="26517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468880"/>
            <a:ext cx="54864" cy="109728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📊  Memory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44768" y="292608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Browse, filter by topic, and manage all memories in one place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26517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03320"/>
            <a:ext cx="54864" cy="109728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📄  PDF Export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" y="416052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Export the entire memory vault as a formatted PDF report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3703320"/>
            <a:ext cx="26517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703320"/>
            <a:ext cx="54864" cy="109728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🎙️  Voice Input &amp; TTS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416052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Speak questions via Speech Recognition; listen to responses read aloud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3703320"/>
            <a:ext cx="26517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3703320"/>
            <a:ext cx="54864" cy="109728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🏷️  Auto Topic Tagging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44768" y="416052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Each memory auto-categorized: Algorithms, Math, Geography, and more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4B4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 Technologies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⚛  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393192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82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React (Vite)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Fast, component-driven UI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393192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32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Axios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883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HTTP client for API communication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127248"/>
            <a:ext cx="393192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ReactMarkdown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4381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Renders AI responses with full markdown support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393192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jsPDF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1879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Client-side PDF generation for memory export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393192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 BACKEND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627632"/>
            <a:ext cx="393192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682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</a:rPr>
              <a:t>Django 6 + DRF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Robust Python API backend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393192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432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</a:rPr>
              <a:t>PostgreSQL + pgvector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26883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Stores chats &amp; performs vector similarity search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127248"/>
            <a:ext cx="393192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</a:rPr>
              <a:t>Groq 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34381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Powers Llama, Mixtral, Gemma with fast inference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877056"/>
            <a:ext cx="393192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</a:rPr>
              <a:t>Google Gemini API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41879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Generates 3072-dim vector embeddings per message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0D162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7E8F9"/>
                </a:solidFill>
              </a:rPr>
              <a:t>Language Breakdown:   JavaScript 73.5%   ·   Python 23.5%   ·   CSS 2.7%   ·   HTML 0.3%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4B4"/>
                </a:solidFill>
              </a:rPr>
              <a:t>RAG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ManageAI Gets Smarter Over Time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08760" cy="2286000"/>
          </a:xfrm>
          <a:prstGeom prst="rect">
            <a:avLst/>
          </a:prstGeom>
          <a:solidFill>
            <a:srgbClr val="1A2540"/>
          </a:solidFill>
          <a:ln w="15240">
            <a:solidFill>
              <a:srgbClr val="00C4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078992"/>
            <a:ext cx="502920" cy="502920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12064" y="1920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User Sends Message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245059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Query captured from chat interface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65960" y="20116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4B4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21408" y="1188720"/>
            <a:ext cx="1508760" cy="2286000"/>
          </a:xfrm>
          <a:prstGeom prst="rect">
            <a:avLst/>
          </a:prstGeom>
          <a:solidFill>
            <a:srgbClr val="1A2540"/>
          </a:solidFill>
          <a:ln w="15240">
            <a:solidFill>
              <a:srgbClr val="00C4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24328" y="1078992"/>
            <a:ext cx="502920" cy="502920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21408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176272" y="1920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Gemini Embedding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76272" y="245059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Converted to 3072-dim vector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30168" y="20116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4B4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85616" y="1188720"/>
            <a:ext cx="1508760" cy="2286000"/>
          </a:xfrm>
          <a:prstGeom prst="rect">
            <a:avLst/>
          </a:prstGeom>
          <a:solidFill>
            <a:srgbClr val="1A2540"/>
          </a:solidFill>
          <a:ln w="15240">
            <a:solidFill>
              <a:srgbClr val="00C4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88536" y="1078992"/>
            <a:ext cx="502920" cy="502920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8536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85616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840480" y="1920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pgvector Search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245059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Cosine distance &lt; 0.4 threshold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94376" y="20116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4B4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49824" y="1188720"/>
            <a:ext cx="1508760" cy="2286000"/>
          </a:xfrm>
          <a:prstGeom prst="rect">
            <a:avLst/>
          </a:prstGeom>
          <a:solidFill>
            <a:srgbClr val="1A2540"/>
          </a:solidFill>
          <a:ln w="15240">
            <a:solidFill>
              <a:srgbClr val="00C4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52744" y="1078992"/>
            <a:ext cx="502920" cy="502920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52744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9824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504688" y="1920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Context Injection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04688" y="245059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Relevant memories added to prompt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58584" y="20116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4B4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114032" y="1188720"/>
            <a:ext cx="1508760" cy="2286000"/>
          </a:xfrm>
          <a:prstGeom prst="rect">
            <a:avLst/>
          </a:prstGeom>
          <a:solidFill>
            <a:srgbClr val="1A2540"/>
          </a:solidFill>
          <a:ln w="15240">
            <a:solidFill>
              <a:srgbClr val="00C4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16952" y="1078992"/>
            <a:ext cx="502920" cy="502920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16952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14032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168896" y="1920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AI Response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68896" y="245059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Llama/Mixtral/Gemma generates answer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703320"/>
            <a:ext cx="8321040" cy="475488"/>
          </a:xfrm>
          <a:prstGeom prst="rect">
            <a:avLst/>
          </a:prstGeom>
          <a:solidFill>
            <a:srgbClr val="0D16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703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7E8F9"/>
                </a:solidFill>
              </a:rPr>
              <a:t>🔁  Auto-Save Loop: New Q&amp;A pair is immediately embedded and saved to PostgreSQL → grows the knowledge base for all future queries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4315968"/>
            <a:ext cx="8321040" cy="621792"/>
          </a:xfrm>
          <a:prstGeom prst="rect">
            <a:avLst/>
          </a:prstGeom>
          <a:solidFill>
            <a:srgbClr val="0A0A1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31596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Similarity Threshold: </a:t>
            </a:r>
            <a:r>
              <a:rPr lang="en-US" sz="1050" dirty="0">
                <a:solidFill>
                  <a:srgbClr val="E2E8F0"/>
                </a:solidFill>
              </a:rPr>
              <a:t>Memories with cosine distance &lt; 0.4 are injected as context. This ensures only highly relevant past answers enhance the current query.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4B4"/>
                </a:solidFill>
              </a:rPr>
              <a:t>DEMO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 Screens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38528" cy="150876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" y="1216152"/>
            <a:ext cx="402336" cy="40233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16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1234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Chat Interface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67335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Multi-model selection, auto-save indicator, sidebar history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87168" y="1143000"/>
            <a:ext cx="1938528" cy="150876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1216152"/>
            <a:ext cx="402336" cy="40233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216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9232" y="1234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Memory Vault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60320" y="167335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Live stats, topic filters, memory cards with Open-in-Chat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1143000"/>
            <a:ext cx="1938528" cy="150876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16152"/>
            <a:ext cx="402336" cy="40233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216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1234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Semantic Search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81728" y="167335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Cross-topic search — 'kathmandu' returns Geography &amp; General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9984" y="1143000"/>
            <a:ext cx="1938528" cy="150876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4848" y="1216152"/>
            <a:ext cx="402336" cy="40233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1216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42048" y="1234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Algorithm Search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03136" y="167335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'shortest path' retrieves Dijkstra concept via semantic match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1938528" cy="150876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0624" y="2862072"/>
            <a:ext cx="402336" cy="40233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Code Explanation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8912" y="331927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Python Dijkstra code, dark-mode code block, auto-tagged &amp; saved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87168" y="2788920"/>
            <a:ext cx="1938528" cy="150876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42032" y="2862072"/>
            <a:ext cx="402336" cy="40233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99232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Cross-Session Recall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560320" y="331927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New session retrieves Thapathali Campus from past memory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08576" y="2788920"/>
            <a:ext cx="1938528" cy="150876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862072"/>
            <a:ext cx="402336" cy="40233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20640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Auto Flashcards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681728" y="331927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9 cards generated from Memory Vault, Regenerate feature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29984" y="2788920"/>
            <a:ext cx="1938528" cy="1508760"/>
          </a:xfrm>
          <a:prstGeom prst="rect">
            <a:avLst/>
          </a:prstGeom>
          <a:solidFill>
            <a:srgbClr val="1A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84848" y="2862072"/>
            <a:ext cx="402336" cy="40233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4848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42048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Study Mode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03136" y="331927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Card-by-card review with progress bar, flip &amp; Prev/Next controls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4B4"/>
                </a:solidFill>
              </a:rPr>
              <a:t>IMPACT &amp; 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ManageAI?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2926080"/>
          </a:xfrm>
          <a:prstGeom prst="rect">
            <a:avLst/>
          </a:prstGeom>
          <a:solidFill>
            <a:srgbClr val="1A2540"/>
          </a:solidFill>
          <a:ln w="19050">
            <a:solidFill>
              <a:srgbClr val="00C4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7E8F9"/>
                </a:solidFill>
              </a:rPr>
              <a:t>Students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B4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Build a searchable AI study library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B4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Auto-generate flashcards from chats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B4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Track knowledge growth over 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06040" cy="2926080"/>
          </a:xfrm>
          <a:prstGeom prst="rect">
            <a:avLst/>
          </a:prstGeom>
          <a:solidFill>
            <a:srgbClr val="1A2540"/>
          </a:solidFill>
          <a:ln w="19050">
            <a:solidFill>
              <a:srgbClr val="00C4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188720"/>
            <a:ext cx="260604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80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👩‍💻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9184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7E8F9"/>
                </a:solidFill>
              </a:rPr>
              <a:t>Developers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23317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B4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Save code explanations permanently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28803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B4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Search past debugging solutions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34290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B4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Switch to Mixtral 8x7B for code tasks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606040" cy="2926080"/>
          </a:xfrm>
          <a:prstGeom prst="rect">
            <a:avLst/>
          </a:prstGeom>
          <a:solidFill>
            <a:srgbClr val="1A2540"/>
          </a:solidFill>
          <a:ln w="19050">
            <a:solidFill>
              <a:srgbClr val="00C4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88720"/>
            <a:ext cx="260604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280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🔬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2648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7E8F9"/>
                </a:solidFill>
              </a:rPr>
              <a:t>Researchers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23317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B4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Persistent knowledge base from AI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28803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B4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Cross-topic semantic discovery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34290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B4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Export memory as formatted PDF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279392"/>
            <a:ext cx="8321040" cy="685800"/>
          </a:xfrm>
          <a:prstGeom prst="rect">
            <a:avLst/>
          </a:prstGeom>
          <a:solidFill>
            <a:srgbClr val="0D16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793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</a:rPr>
              <a:t>🚀  Key Differentiator: Unlike ChatGPT, Claude, or Gemini — ManageAI persists, tags, and retrieves your knowledge across ALL sessions, making it a true AI-powered personal knowledge base.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0C4B4"/>
                </a:solidFill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That Remembers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548640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</a:rPr>
              <a:t>🔗  GitHub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3017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github.com/ros4n/ManageAI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9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</a:rPr>
              <a:t>📄  Demo PDF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339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drive.google.com/file/d/1HeDabj_…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769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</a:rPr>
              <a:t>👥  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3769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The Innovators — AI-Hackathon 2026</a:t>
            </a:r>
          </a:p>
        </p:txBody>
      </p:sp>
      <p:sp>
        <p:nvSpPr>
          <p:cNvPr id="13" name="Shape 11"/>
          <p:cNvSpPr/>
          <p:nvPr/>
        </p:nvSpPr>
        <p:spPr>
          <a:xfrm>
            <a:off x="822960" y="4630000"/>
            <a:ext cx="7955280" cy="50292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300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 → Auto-Save → Search → Flashcards → Study Mode — A Complete AI Learning Ecosystem</a:t>
            </a:r>
            <a:endParaRPr lang="en-US" sz="1100" dirty="0"/>
          </a:p>
        </p:txBody>
      </p:sp>
      <p:sp>
        <p:nvSpPr>
          <p:cNvPr id="20" name="MembersLabel"/>
          <p:cNvSpPr/>
          <p:nvPr/>
        </p:nvSpPr>
        <p:spPr>
          <a:xfrm>
            <a:off x="822960" y="414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</a:rPr>
              <a:t>👨‍💻  Members</a:t>
            </a:r>
            <a:endParaRPr lang="en-US" sz="1200" dirty="0"/>
          </a:p>
        </p:txBody>
      </p:sp>
      <p:sp>
        <p:nvSpPr>
          <p:cNvPr id="21" name="MembersValue"/>
          <p:cNvSpPr/>
          <p:nvPr/>
        </p:nvSpPr>
        <p:spPr>
          <a:xfrm>
            <a:off x="2606040" y="414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Rojin Dhami ,  Roshan Poudel ,  Sandeep Khadka , Santosh Khadka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853</Words>
  <Application>Microsoft Office PowerPoint</Application>
  <PresentationFormat>On-screen Show (16:9)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ManageAI – Smart Memory Chat</dc:title>
  <dc:subject>PptxGenJS Presentation</dc:subject>
  <dc:creator>The Innovators</dc:creator>
  <cp:lastModifiedBy>Sandeep Khadka</cp:lastModifiedBy>
  <cp:revision>3</cp:revision>
  <dcterms:created xsi:type="dcterms:W3CDTF">2026-03-16T03:44:45Z</dcterms:created>
  <dcterms:modified xsi:type="dcterms:W3CDTF">2026-03-16T03:58:08Z</dcterms:modified>
</cp:coreProperties>
</file>